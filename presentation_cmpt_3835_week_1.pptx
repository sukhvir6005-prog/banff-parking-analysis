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8" r:id="rId3"/>
    <p:sldId id="257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24" d="100"/>
          <a:sy n="24" d="100"/>
        </p:scale>
        <p:origin x="53" y="12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2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1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0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8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0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248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565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46286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019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39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17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66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45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02185DA1-791F-3F2F-3D49-1387C70A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4FAFE-543D-B39B-68F3-B2DA99AAC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91639"/>
            <a:ext cx="8825658" cy="1346199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37B94-4B2E-3BCE-3416-398544B48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929467"/>
            <a:ext cx="10735636" cy="2709333"/>
          </a:xfrm>
        </p:spPr>
        <p:txBody>
          <a:bodyPr>
            <a:normAutofit/>
          </a:bodyPr>
          <a:lstStyle/>
          <a:p>
            <a:r>
              <a:rPr lang="en-CA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Gurleen Kaur             Michaela Goud             Sukhvir kaur</a:t>
            </a:r>
          </a:p>
          <a:p>
            <a:endParaRPr lang="en-C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Celine Panicker                      Tanish Dhawan</a:t>
            </a:r>
          </a:p>
        </p:txBody>
      </p:sp>
    </p:spTree>
    <p:extLst>
      <p:ext uri="{BB962C8B-B14F-4D97-AF65-F5344CB8AC3E}">
        <p14:creationId xmlns:p14="http://schemas.microsoft.com/office/powerpoint/2010/main" val="1371947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F95F-F736-292A-4BD1-11D68748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rmAutofit/>
          </a:bodyPr>
          <a:lstStyle/>
          <a:p>
            <a:r>
              <a:rPr lang="en-CA" b="1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693F6-1A12-0752-BBB5-310D59C6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25" r="25683"/>
          <a:stretch>
            <a:fillRect/>
          </a:stretch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241B-F1AA-1269-F383-9BF43539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2438400"/>
            <a:ext cx="5343203" cy="3809999"/>
          </a:xfrm>
        </p:spPr>
        <p:txBody>
          <a:bodyPr>
            <a:normAutofit/>
          </a:bodyPr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Banff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experiences recurring traffic congestion due to high tourist inflow.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Limited parking capacity creates bottlenecks in key zones.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Peak hours lead to delays on major routes and visitor frustration.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Lack of predictive insights makes it difficult to plan and manage traffic effectively.</a:t>
            </a:r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25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DAA8-65CB-E030-B1CE-186A3FB5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CA" b="1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pic>
        <p:nvPicPr>
          <p:cNvPr id="5" name="Picture 4" descr="A dashboard of a car">
            <a:extLst>
              <a:ext uri="{FF2B5EF4-FFF2-40B4-BE49-F238E27FC236}">
                <a16:creationId xmlns:a16="http://schemas.microsoft.com/office/drawing/2014/main" id="{294992AF-F4A0-2964-A10E-E8943CCED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96" r="31593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B18EF-F09E-3CBD-2DB5-F234EAA24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Analyze Banff traffic and parking datasets to find patterns of congestion.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Identify peak hours, busy zones, and frequent delay routes.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Use dashboards to visualize traffic flow clearly 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Provide insights that help planners reduce congestion and improve mobility.</a:t>
            </a:r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50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F18A-6C09-AADF-E202-8887CC29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Screenshot of team charter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CAA78-1221-CE82-316E-C50FAB1F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362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08A61-5D9C-94FC-3361-A3268FE6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CA" b="1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Sukhvir Kaur </a:t>
            </a:r>
            <a:endParaRPr lang="en-CA">
              <a:solidFill>
                <a:srgbClr val="EBEBEB"/>
              </a:solidFill>
            </a:endParaRPr>
          </a:p>
        </p:txBody>
      </p:sp>
      <p:sp>
        <p:nvSpPr>
          <p:cNvPr id="2057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2050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A1FEFE4-104A-7F30-063D-73C4C558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92" y="1378478"/>
            <a:ext cx="5449889" cy="41010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3729B-FAF1-35A1-FCD2-94B43F68C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pPr fontAlgn="base"/>
            <a:r>
              <a:rPr lang="en-US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week I worked on Worked on Tableau this week platform. One thing I learned was to visualize parking data (e.g., peak hours &amp;congestion zones).​</a:t>
            </a:r>
          </a:p>
          <a:p>
            <a:pPr marL="0" indent="0" fontAlgn="base">
              <a:buNone/>
            </a:pPr>
            <a:r>
              <a:rPr lang="en-US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r>
              <a:rPr lang="en-US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objective as a project team member is to analyze our datasets and provide insights for smarter traffic management.</a:t>
            </a:r>
          </a:p>
          <a:p>
            <a:pPr marL="0" indent="0">
              <a:buNone/>
            </a:pPr>
            <a:endParaRPr lang="en-CA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985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4CDD-F4AA-5A07-D1EE-54265636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Celine Panicker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D1E5-895A-2DFF-C6DF-15DFA2C11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This week I worked on_____ platform. One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thingI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 learned was ______.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My objective as ______ </a:t>
            </a:r>
            <a:r>
              <a:rPr lang="en-CA" sz="3200" dirty="0" err="1">
                <a:latin typeface="Arial" panose="020B0604020202020204" pitchFamily="34" charset="0"/>
                <a:cs typeface="Arial" panose="020B0604020202020204" pitchFamily="34" charset="0"/>
              </a:rPr>
              <a:t>isto</a:t>
            </a:r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 do _______.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4253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2DA3-081F-9DEA-8D7F-5D1E0AF4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5400" b="1" dirty="0">
                <a:latin typeface="Araial"/>
              </a:rPr>
              <a:t>Gurleen kaur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90355-17BF-915F-E317-07B8502FD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This week I worked on_____ platform. One </a:t>
            </a:r>
            <a:r>
              <a:rPr lang="en-CA" sz="3600" dirty="0" err="1">
                <a:latin typeface="Arial" panose="020B0604020202020204" pitchFamily="34" charset="0"/>
                <a:cs typeface="Arial" panose="020B0604020202020204" pitchFamily="34" charset="0"/>
              </a:rPr>
              <a:t>thingI</a:t>
            </a:r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 learned was ______.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My objective as ______ </a:t>
            </a:r>
            <a:r>
              <a:rPr lang="en-CA" sz="3600" dirty="0" err="1">
                <a:latin typeface="Arial" panose="020B0604020202020204" pitchFamily="34" charset="0"/>
                <a:cs typeface="Arial" panose="020B0604020202020204" pitchFamily="34" charset="0"/>
              </a:rPr>
              <a:t>isto</a:t>
            </a:r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 do _______.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272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0187-1B9F-10EE-3752-CC280AE4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Michaela </a:t>
            </a:r>
            <a:r>
              <a:rPr lang="en-CA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goud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2F283-8876-B3AA-BCC5-6C11CC7F9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This week I worked on_____ platform. One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thingI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learned was ______.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My objective as ______ </a:t>
            </a:r>
            <a:r>
              <a:rPr lang="en-CA" dirty="0" err="1">
                <a:latin typeface="Arial" panose="020B0604020202020204" pitchFamily="34" charset="0"/>
                <a:cs typeface="Arial" panose="020B0604020202020204" pitchFamily="34" charset="0"/>
              </a:rPr>
              <a:t>isto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do _______.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3588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30A6-4972-6F29-878C-BAAFF6A1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sz="4400" b="1" dirty="0">
                <a:latin typeface="Arial" panose="020B0604020202020204" pitchFamily="34" charset="0"/>
                <a:cs typeface="Arial" panose="020B0604020202020204" pitchFamily="34" charset="0"/>
              </a:rPr>
              <a:t>Tanish Dhawan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D9C9E-49BF-F772-98C5-8457CA8C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CA" sz="4000" dirty="0">
                <a:latin typeface="Arial" panose="020B0604020202020204" pitchFamily="34" charset="0"/>
                <a:cs typeface="Arial" panose="020B0604020202020204" pitchFamily="34" charset="0"/>
              </a:rPr>
              <a:t>This week I worked on_____ platform. One </a:t>
            </a:r>
            <a:r>
              <a:rPr lang="en-CA" sz="4000" dirty="0" err="1">
                <a:latin typeface="Arial" panose="020B0604020202020204" pitchFamily="34" charset="0"/>
                <a:cs typeface="Arial" panose="020B0604020202020204" pitchFamily="34" charset="0"/>
              </a:rPr>
              <a:t>thingI</a:t>
            </a:r>
            <a:r>
              <a:rPr lang="en-CA" sz="4000" dirty="0">
                <a:latin typeface="Arial" panose="020B0604020202020204" pitchFamily="34" charset="0"/>
                <a:cs typeface="Arial" panose="020B0604020202020204" pitchFamily="34" charset="0"/>
              </a:rPr>
              <a:t> learned was ______.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fontAlgn="base"/>
            <a:r>
              <a:rPr lang="en-CA" sz="4000" dirty="0">
                <a:latin typeface="Arial" panose="020B0604020202020204" pitchFamily="34" charset="0"/>
                <a:cs typeface="Arial" panose="020B0604020202020204" pitchFamily="34" charset="0"/>
              </a:rPr>
              <a:t>My objective as ______ </a:t>
            </a:r>
            <a:r>
              <a:rPr lang="en-CA" sz="4000" dirty="0" err="1">
                <a:latin typeface="Arial" panose="020B0604020202020204" pitchFamily="34" charset="0"/>
                <a:cs typeface="Arial" panose="020B0604020202020204" pitchFamily="34" charset="0"/>
              </a:rPr>
              <a:t>isto</a:t>
            </a:r>
            <a:r>
              <a:rPr lang="en-CA" sz="4000" dirty="0">
                <a:latin typeface="Arial" panose="020B0604020202020204" pitchFamily="34" charset="0"/>
                <a:cs typeface="Arial" panose="020B0604020202020204" pitchFamily="34" charset="0"/>
              </a:rPr>
              <a:t> do _______.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3995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5385FD2-6FDD-7BA3-C556-CEF88253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1" i="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549332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260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Araial</vt:lpstr>
      <vt:lpstr>Arial</vt:lpstr>
      <vt:lpstr>Century Gothic</vt:lpstr>
      <vt:lpstr>Wingdings 3</vt:lpstr>
      <vt:lpstr>Ion</vt:lpstr>
      <vt:lpstr>Group 3</vt:lpstr>
      <vt:lpstr>Problem statement </vt:lpstr>
      <vt:lpstr>Project Objective</vt:lpstr>
      <vt:lpstr>Screenshot of team charter</vt:lpstr>
      <vt:lpstr>Sukhvir Kaur </vt:lpstr>
      <vt:lpstr>Celine Panicker </vt:lpstr>
      <vt:lpstr>Gurleen kaur </vt:lpstr>
      <vt:lpstr>Michaela goud</vt:lpstr>
      <vt:lpstr>Tanish Dhawan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sukhvir kaur</dc:creator>
  <cp:lastModifiedBy>sukhvir kaur</cp:lastModifiedBy>
  <cp:revision>1</cp:revision>
  <dcterms:created xsi:type="dcterms:W3CDTF">2025-09-22T08:02:39Z</dcterms:created>
  <dcterms:modified xsi:type="dcterms:W3CDTF">2025-09-22T08:33:02Z</dcterms:modified>
</cp:coreProperties>
</file>